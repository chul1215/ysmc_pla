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1950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37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48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01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80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1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1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31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99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98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3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21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ED0D9-41FE-4046-8A88-97F687618606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41BC6-0CA0-4AF1-A098-CB4361CBB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2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052EE19F-D891-7EAF-0ACA-F6190192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b4F </a:t>
            </a:r>
            <a:r>
              <a:rPr lang="ko-KR" altLang="en-US" dirty="0"/>
              <a:t>성형외과 랜딩페이지 예시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통합 </a:t>
            </a:r>
            <a:r>
              <a:rPr lang="en-US" altLang="ko-KR" dirty="0"/>
              <a:t>1</a:t>
            </a:r>
            <a:r>
              <a:rPr lang="ko-KR" altLang="en-US" dirty="0"/>
              <a:t>페이지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3456FDC0-559F-D97C-8C9B-AEE9B1A20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로고</a:t>
            </a:r>
            <a:endParaRPr lang="en-US" altLang="ko-KR" dirty="0"/>
          </a:p>
          <a:p>
            <a:r>
              <a:rPr lang="ko-KR" altLang="en-US" dirty="0"/>
              <a:t>원장소개</a:t>
            </a:r>
            <a:endParaRPr lang="en-US" altLang="ko-KR" dirty="0"/>
          </a:p>
          <a:p>
            <a:r>
              <a:rPr lang="ko-KR" altLang="en-US" dirty="0"/>
              <a:t>진료과목</a:t>
            </a:r>
            <a:endParaRPr lang="en-US" altLang="ko-KR" dirty="0"/>
          </a:p>
          <a:p>
            <a:r>
              <a:rPr lang="ko-KR" altLang="en-US" dirty="0"/>
              <a:t>오픈예정일</a:t>
            </a:r>
            <a:endParaRPr lang="en-US" altLang="ko-KR" dirty="0"/>
          </a:p>
          <a:p>
            <a:r>
              <a:rPr lang="ko-KR" altLang="en-US" dirty="0"/>
              <a:t>약도</a:t>
            </a:r>
            <a:endParaRPr lang="en-US" altLang="ko-KR" dirty="0"/>
          </a:p>
          <a:p>
            <a:r>
              <a:rPr lang="ko-KR" altLang="en-US" dirty="0" err="1"/>
              <a:t>플친연결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923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 descr="텍스트, 인간의 얼굴, 스크린샷, 사람이(가) 표시된 사진&#10;&#10;자동 생성된 설명">
            <a:extLst>
              <a:ext uri="{FF2B5EF4-FFF2-40B4-BE49-F238E27FC236}">
                <a16:creationId xmlns:a16="http://schemas.microsoft.com/office/drawing/2014/main" id="{41E41BB9-A35E-6A06-C645-0B13F454E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" y="1903274"/>
            <a:ext cx="6583681" cy="2304287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9753E06-E01A-017E-347F-0D9EAD9D5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51" y="141752"/>
            <a:ext cx="4668553" cy="14589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곱하기 기호 5">
            <a:extLst>
              <a:ext uri="{FF2B5EF4-FFF2-40B4-BE49-F238E27FC236}">
                <a16:creationId xmlns:a16="http://schemas.microsoft.com/office/drawing/2014/main" id="{5DAE4DEB-A453-80E8-1B44-83FC1442F58E}"/>
              </a:ext>
            </a:extLst>
          </p:cNvPr>
          <p:cNvSpPr/>
          <p:nvPr/>
        </p:nvSpPr>
        <p:spPr>
          <a:xfrm>
            <a:off x="880110" y="3535582"/>
            <a:ext cx="5261610" cy="671979"/>
          </a:xfrm>
          <a:prstGeom prst="mathMultiply">
            <a:avLst>
              <a:gd name="adj1" fmla="val 7077"/>
            </a:avLst>
          </a:prstGeom>
          <a:solidFill>
            <a:srgbClr val="FF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35D15-B4A9-AD10-E5A6-6ACF48B0C384}"/>
              </a:ext>
            </a:extLst>
          </p:cNvPr>
          <p:cNvSpPr txBox="1"/>
          <p:nvPr/>
        </p:nvSpPr>
        <p:spPr>
          <a:xfrm>
            <a:off x="144780" y="3191147"/>
            <a:ext cx="22898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“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당신은 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b4F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를 만나기 전과 후로 나뉩니다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”</a:t>
            </a:r>
            <a:endParaRPr lang="en-US" altLang="ko-KR" sz="1100" b="1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074EA04-C63D-0740-A8A0-59A11F312381}"/>
              </a:ext>
            </a:extLst>
          </p:cNvPr>
          <p:cNvSpPr/>
          <p:nvPr/>
        </p:nvSpPr>
        <p:spPr>
          <a:xfrm>
            <a:off x="880110" y="2287332"/>
            <a:ext cx="2053590" cy="8025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 descr="사람, 인간의 얼굴, 피부, 속눈썹이(가) 표시된 사진&#10;&#10;자동 생성된 설명">
            <a:extLst>
              <a:ext uri="{FF2B5EF4-FFF2-40B4-BE49-F238E27FC236}">
                <a16:creationId xmlns:a16="http://schemas.microsoft.com/office/drawing/2014/main" id="{561A1E09-C4EC-2215-D68D-1AE7309295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238" y="4348628"/>
            <a:ext cx="1395551" cy="1734671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AD92F00-2073-650E-5991-FAA652C57E66}"/>
              </a:ext>
            </a:extLst>
          </p:cNvPr>
          <p:cNvCxnSpPr/>
          <p:nvPr/>
        </p:nvCxnSpPr>
        <p:spPr>
          <a:xfrm flipH="1" flipV="1">
            <a:off x="3196590" y="3375660"/>
            <a:ext cx="255138" cy="109728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0973CFF-81E3-2C3A-CA21-AFBAA879A5B2}"/>
              </a:ext>
            </a:extLst>
          </p:cNvPr>
          <p:cNvCxnSpPr>
            <a:cxnSpLocks/>
          </p:cNvCxnSpPr>
          <p:nvPr/>
        </p:nvCxnSpPr>
        <p:spPr>
          <a:xfrm flipV="1">
            <a:off x="641763" y="2832933"/>
            <a:ext cx="211677" cy="39930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37D3360-CAA2-EEAF-D9D1-2232F4280879}"/>
              </a:ext>
            </a:extLst>
          </p:cNvPr>
          <p:cNvCxnSpPr>
            <a:cxnSpLocks/>
          </p:cNvCxnSpPr>
          <p:nvPr/>
        </p:nvCxnSpPr>
        <p:spPr>
          <a:xfrm>
            <a:off x="2915856" y="2607186"/>
            <a:ext cx="1183704" cy="22574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C4F538-7584-5227-4687-D8A9D203CD74}"/>
              </a:ext>
            </a:extLst>
          </p:cNvPr>
          <p:cNvSpPr txBox="1"/>
          <p:nvPr/>
        </p:nvSpPr>
        <p:spPr>
          <a:xfrm>
            <a:off x="4568190" y="4706636"/>
            <a:ext cx="228981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추후 모델은 이 분이</a:t>
            </a:r>
            <a:endParaRPr lang="en-US" altLang="ko-KR" sz="1100" b="1" dirty="0">
              <a:solidFill>
                <a:srgbClr val="333333"/>
              </a:solidFill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r>
              <a:rPr lang="ko-KR" altLang="en-US" sz="1100" b="1" dirty="0" err="1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맡아주시기로</a:t>
            </a:r>
            <a:r>
              <a:rPr lang="ko-KR" altLang="en-US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 했지만</a:t>
            </a:r>
            <a:endParaRPr lang="en-US" altLang="ko-KR" sz="1100" b="1" dirty="0">
              <a:solidFill>
                <a:srgbClr val="333333"/>
              </a:solidFill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r>
              <a:rPr lang="ko-KR" altLang="en-US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아직 사진이 나오지 않았어요</a:t>
            </a:r>
            <a:r>
              <a:rPr lang="en-US" altLang="ko-KR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.</a:t>
            </a:r>
          </a:p>
          <a:p>
            <a:r>
              <a:rPr lang="en-US" altLang="ko-KR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(9</a:t>
            </a:r>
            <a:r>
              <a:rPr lang="ko-KR" altLang="en-US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월말 예정</a:t>
            </a:r>
            <a:r>
              <a:rPr lang="en-US" altLang="ko-KR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)</a:t>
            </a:r>
          </a:p>
          <a:p>
            <a:r>
              <a:rPr lang="ko-KR" altLang="en-US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나중에 바꿀 수도 있을까요</a:t>
            </a:r>
            <a:r>
              <a:rPr lang="en-US" altLang="ko-KR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?</a:t>
            </a:r>
          </a:p>
          <a:p>
            <a:endParaRPr lang="en-US" altLang="ko-KR" sz="1100" b="1" dirty="0">
              <a:solidFill>
                <a:srgbClr val="333333"/>
              </a:solidFill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r>
              <a:rPr lang="ko-KR" altLang="en-US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그전까지는</a:t>
            </a:r>
            <a:endParaRPr lang="en-US" altLang="ko-KR" sz="1100" b="1" dirty="0">
              <a:solidFill>
                <a:srgbClr val="333333"/>
              </a:solidFill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r>
              <a:rPr lang="ko-KR" altLang="en-US" sz="11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204020203" pitchFamily="34" charset="0"/>
              </a:rPr>
              <a:t>최대한 이런 느낌의 이미지로</a:t>
            </a:r>
            <a:endParaRPr lang="en-US" altLang="ko-KR" sz="1100" b="1" dirty="0"/>
          </a:p>
        </p:txBody>
      </p:sp>
      <p:pic>
        <p:nvPicPr>
          <p:cNvPr id="30" name="그림 29" descr="사람, 인간의 얼굴, 의류, 소매이(가) 표시된 사진&#10;&#10;자동 생성된 설명">
            <a:extLst>
              <a:ext uri="{FF2B5EF4-FFF2-40B4-BE49-F238E27FC236}">
                <a16:creationId xmlns:a16="http://schemas.microsoft.com/office/drawing/2014/main" id="{A8577A3A-7C3B-B94A-CBC7-151CAF319E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97" y="6783457"/>
            <a:ext cx="2867099" cy="257561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B6579F6-4C86-ECDF-0B30-D90EC34CFA01}"/>
              </a:ext>
            </a:extLst>
          </p:cNvPr>
          <p:cNvSpPr txBox="1"/>
          <p:nvPr/>
        </p:nvSpPr>
        <p:spPr>
          <a:xfrm>
            <a:off x="3429000" y="6652261"/>
            <a:ext cx="3429000" cy="5021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800"/>
              </a:spcAft>
            </a:pPr>
            <a:r>
              <a:rPr lang="en-US" altLang="ko-KR" sz="1600" kern="100" dirty="0">
                <a:solidFill>
                  <a:schemeClr val="accent6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“</a:t>
            </a:r>
            <a:r>
              <a:rPr lang="ko-KR" altLang="ko-KR" sz="16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장인정신</a:t>
            </a:r>
            <a:r>
              <a:rPr lang="ko-KR" altLang="en-US" sz="1600" b="1" kern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과 </a:t>
            </a:r>
            <a:r>
              <a:rPr lang="ko-KR" altLang="ko-KR" sz="16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책임감</a:t>
            </a:r>
            <a:r>
              <a:rPr lang="ko-KR" altLang="ko-KR" sz="1600" kern="100" dirty="0">
                <a:solidFill>
                  <a:schemeClr val="accent6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을 갖고 </a:t>
            </a:r>
            <a:endParaRPr lang="ko-KR" altLang="ko-KR" sz="1600" kern="100" dirty="0">
              <a:solidFill>
                <a:schemeClr val="accent6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600" kern="100" dirty="0">
                <a:solidFill>
                  <a:schemeClr val="accent6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임하는 성형 철학</a:t>
            </a:r>
            <a:r>
              <a:rPr lang="en-US" altLang="ko-KR" sz="1600" kern="100" dirty="0">
                <a:solidFill>
                  <a:schemeClr val="accent6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”</a:t>
            </a:r>
            <a:endParaRPr lang="ko-KR" altLang="ko-KR" sz="1600" kern="100" dirty="0">
              <a:solidFill>
                <a:schemeClr val="accent6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대표원장   박 재 범</a:t>
            </a:r>
            <a:endParaRPr lang="en-US" altLang="ko-KR" sz="1200" kern="1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algn="just"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Dr. Park </a:t>
            </a:r>
            <a:r>
              <a:rPr lang="en-US" altLang="ko-KR" sz="12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Jaebeom</a:t>
            </a: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en-US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성형외과전문의</a:t>
            </a: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algn="just" latinLnBrk="1">
              <a:spcAft>
                <a:spcPts val="800"/>
              </a:spcAft>
            </a:pPr>
            <a:r>
              <a:rPr lang="en-US" altLang="ko-KR" sz="11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 </a:t>
            </a:r>
            <a:endParaRPr lang="ko-KR" altLang="ko-KR" sz="11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대한 성형외과학회 정회원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대한 미용성형외과학회 정회원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대한 </a:t>
            </a:r>
            <a:r>
              <a:rPr lang="ko-KR" altLang="ko-KR" sz="10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성형외과개원의협의회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정회원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대한 </a:t>
            </a:r>
            <a:r>
              <a:rPr lang="ko-KR" altLang="ko-KR" sz="10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두개안면성형외과학회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정회원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미국성형외과학회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ASPS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국제회원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국제미용성형협회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ISAPS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국제회원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일본미용성형학회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JSAPS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국제회원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AOCMF craniofacial surgery principles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이수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London, Facial masterclass UK (ISAPS)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이수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800"/>
              </a:spcAft>
            </a:pP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일본 후생노동성 인정의</a:t>
            </a:r>
          </a:p>
          <a:p>
            <a:pPr algn="just" latinLnBrk="1">
              <a:spcAft>
                <a:spcPts val="800"/>
              </a:spcAft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전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) FACE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성형외과 원장</a:t>
            </a: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3" name="곱하기 기호 32">
            <a:extLst>
              <a:ext uri="{FF2B5EF4-FFF2-40B4-BE49-F238E27FC236}">
                <a16:creationId xmlns:a16="http://schemas.microsoft.com/office/drawing/2014/main" id="{C0C99AE6-D14D-B3D9-A6A8-C62D73887AFD}"/>
              </a:ext>
            </a:extLst>
          </p:cNvPr>
          <p:cNvSpPr/>
          <p:nvPr/>
        </p:nvSpPr>
        <p:spPr>
          <a:xfrm>
            <a:off x="4470336" y="2568119"/>
            <a:ext cx="1426845" cy="817719"/>
          </a:xfrm>
          <a:prstGeom prst="mathMultiply">
            <a:avLst>
              <a:gd name="adj1" fmla="val 4747"/>
            </a:avLst>
          </a:prstGeom>
          <a:solidFill>
            <a:srgbClr val="FF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B4ADAC-CDF6-4472-5425-76BDA5079751}"/>
              </a:ext>
            </a:extLst>
          </p:cNvPr>
          <p:cNvSpPr txBox="1"/>
          <p:nvPr/>
        </p:nvSpPr>
        <p:spPr>
          <a:xfrm>
            <a:off x="471488" y="11658078"/>
            <a:ext cx="6456362" cy="336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68000"/>
              </a:lnSpc>
              <a:spcAft>
                <a:spcPts val="800"/>
              </a:spcAft>
            </a:pPr>
            <a:r>
              <a:rPr lang="en-US" altLang="ko-KR" sz="105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*</a:t>
            </a:r>
            <a:r>
              <a:rPr lang="en-US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</a:t>
            </a:r>
            <a:r>
              <a:rPr lang="ko-KR" altLang="ko-KR" sz="11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비포애프</a:t>
            </a:r>
            <a:r>
              <a:rPr lang="ko-KR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</a:t>
            </a:r>
            <a:r>
              <a:rPr lang="en-US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(b4F) </a:t>
            </a:r>
            <a:r>
              <a:rPr lang="ko-KR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성형외과는 대표원장</a:t>
            </a:r>
            <a:r>
              <a:rPr lang="en-US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1</a:t>
            </a:r>
            <a:r>
              <a:rPr lang="ko-KR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인 체제이며</a:t>
            </a:r>
            <a:r>
              <a:rPr lang="en-US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, </a:t>
            </a:r>
            <a:r>
              <a:rPr lang="ko-KR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대리수술에 대한 걱정이 없습니다</a:t>
            </a:r>
            <a:r>
              <a:rPr lang="en-US" altLang="ko-KR" sz="11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.</a:t>
            </a:r>
            <a:endParaRPr lang="ko-KR" altLang="ko-KR" sz="105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4CD02A-F0FF-E99E-FCC7-DA6CB551C8BF}"/>
              </a:ext>
            </a:extLst>
          </p:cNvPr>
          <p:cNvSpPr txBox="1"/>
          <p:nvPr/>
        </p:nvSpPr>
        <p:spPr>
          <a:xfrm>
            <a:off x="343397" y="6197930"/>
            <a:ext cx="3463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의료진 소개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4FA139-3AD6-03E9-4E0D-DB263E748B32}"/>
              </a:ext>
            </a:extLst>
          </p:cNvPr>
          <p:cNvSpPr txBox="1"/>
          <p:nvPr/>
        </p:nvSpPr>
        <p:spPr>
          <a:xfrm>
            <a:off x="144780" y="594965"/>
            <a:ext cx="3463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로고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049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3456FDC0-559F-D97C-8C9B-AEE9B1A20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469900"/>
            <a:ext cx="6386512" cy="1051136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전문수술분야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이런느낌이면</a:t>
            </a:r>
            <a:r>
              <a:rPr lang="ko-KR" altLang="en-US" dirty="0"/>
              <a:t> 되는데  더 간단해도 됩니다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</a:t>
            </a:r>
            <a:r>
              <a:rPr lang="ko-KR" altLang="en-US" dirty="0" err="1"/>
              <a:t>눈수술</a:t>
            </a:r>
            <a:r>
              <a:rPr lang="ko-KR" altLang="en-US" dirty="0"/>
              <a:t> </a:t>
            </a:r>
            <a:r>
              <a:rPr lang="en-US" altLang="ko-KR" dirty="0"/>
              <a:t> *</a:t>
            </a:r>
            <a:r>
              <a:rPr lang="ko-KR" altLang="en-US" dirty="0" err="1"/>
              <a:t>코수술</a:t>
            </a:r>
            <a:r>
              <a:rPr lang="ko-KR" altLang="en-US" dirty="0"/>
              <a:t> </a:t>
            </a:r>
            <a:r>
              <a:rPr lang="en-US" altLang="ko-KR" dirty="0"/>
              <a:t> *</a:t>
            </a:r>
            <a:r>
              <a:rPr lang="ko-KR" altLang="en-US" dirty="0"/>
              <a:t>안면거상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*</a:t>
            </a:r>
            <a:r>
              <a:rPr lang="ko-KR" altLang="en-US" dirty="0"/>
              <a:t>얼굴 지방이식</a:t>
            </a:r>
            <a:r>
              <a:rPr lang="en-US" altLang="ko-KR" dirty="0"/>
              <a:t> *</a:t>
            </a:r>
            <a:r>
              <a:rPr lang="ko-KR" altLang="en-US" dirty="0" err="1"/>
              <a:t>여유증</a:t>
            </a:r>
            <a:r>
              <a:rPr lang="ko-KR" altLang="en-US" dirty="0"/>
              <a:t> </a:t>
            </a:r>
            <a:r>
              <a:rPr lang="en-US" altLang="ko-KR" dirty="0"/>
              <a:t> *</a:t>
            </a:r>
            <a:r>
              <a:rPr lang="ko-KR" altLang="en-US" dirty="0"/>
              <a:t>전문 </a:t>
            </a:r>
            <a:r>
              <a:rPr lang="en-US" altLang="ko-KR" dirty="0"/>
              <a:t>petit</a:t>
            </a:r>
          </a:p>
          <a:p>
            <a:pPr marL="0" indent="0">
              <a:buNone/>
            </a:pPr>
            <a:r>
              <a:rPr lang="ko-KR" altLang="en-US" dirty="0"/>
              <a:t>제목만 해주시면 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----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아래같은</a:t>
            </a:r>
            <a:r>
              <a:rPr lang="ko-KR" altLang="en-US" dirty="0"/>
              <a:t> 느낌으로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오픈 예정일 </a:t>
            </a:r>
            <a:r>
              <a:rPr lang="en-US" altLang="ko-KR" dirty="0"/>
              <a:t>: -10</a:t>
            </a:r>
            <a:r>
              <a:rPr lang="ko-KR" altLang="en-US" dirty="0"/>
              <a:t>월 </a:t>
            </a:r>
            <a:r>
              <a:rPr lang="en-US" altLang="ko-KR" dirty="0"/>
              <a:t>11</a:t>
            </a:r>
            <a:r>
              <a:rPr lang="ko-KR" altLang="en-US" dirty="0"/>
              <a:t>일</a:t>
            </a:r>
            <a:r>
              <a:rPr lang="en-US" altLang="ko-KR" dirty="0"/>
              <a:t>-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6D366F-E5B7-B2CD-2EAF-B7199863A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89" y="1210732"/>
            <a:ext cx="6391322" cy="2495568"/>
          </a:xfrm>
          <a:prstGeom prst="rect">
            <a:avLst/>
          </a:prstGeom>
        </p:spPr>
      </p:pic>
      <p:pic>
        <p:nvPicPr>
          <p:cNvPr id="3074" name="Picture 2" descr="공지사항/이벤트 리멤버피부과의원 이천점 내 피부가 기억하는 피부과">
            <a:extLst>
              <a:ext uri="{FF2B5EF4-FFF2-40B4-BE49-F238E27FC236}">
                <a16:creationId xmlns:a16="http://schemas.microsoft.com/office/drawing/2014/main" id="{4BE3742E-9344-2B70-5772-2FC5A0B9D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6889758"/>
            <a:ext cx="3596598" cy="22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곱하기 기호 3">
            <a:extLst>
              <a:ext uri="{FF2B5EF4-FFF2-40B4-BE49-F238E27FC236}">
                <a16:creationId xmlns:a16="http://schemas.microsoft.com/office/drawing/2014/main" id="{5F97CBBE-BC4B-476A-96B2-0524B3EAB183}"/>
              </a:ext>
            </a:extLst>
          </p:cNvPr>
          <p:cNvSpPr/>
          <p:nvPr/>
        </p:nvSpPr>
        <p:spPr>
          <a:xfrm>
            <a:off x="-161290" y="8348882"/>
            <a:ext cx="5261610" cy="671979"/>
          </a:xfrm>
          <a:prstGeom prst="mathMultiply">
            <a:avLst>
              <a:gd name="adj1" fmla="val 7077"/>
            </a:avLst>
          </a:prstGeom>
          <a:solidFill>
            <a:srgbClr val="FF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32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052EE19F-D891-7EAF-0ACA-F6190192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3456FDC0-559F-D97C-8C9B-AEE9B1A20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36" y="7290506"/>
            <a:ext cx="5915025" cy="7735712"/>
          </a:xfrm>
        </p:spPr>
        <p:txBody>
          <a:bodyPr/>
          <a:lstStyle/>
          <a:p>
            <a:r>
              <a:rPr lang="ko-KR" altLang="en-US" dirty="0"/>
              <a:t>요거는 카톡 </a:t>
            </a:r>
            <a:r>
              <a:rPr lang="ko-KR" altLang="en-US" dirty="0" err="1"/>
              <a:t>플친으로</a:t>
            </a:r>
            <a:r>
              <a:rPr lang="ko-KR" altLang="en-US" dirty="0"/>
              <a:t> 연결되도록 해주세요</a:t>
            </a:r>
            <a:r>
              <a:rPr lang="en-US" altLang="ko-KR" dirty="0"/>
              <a:t>! </a:t>
            </a:r>
            <a:r>
              <a:rPr lang="ko-KR" altLang="en-US" dirty="0"/>
              <a:t>http://pf.kakao.com/_MTsxoG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18A289-35D2-1406-E470-F0FD5AD80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24" y="287403"/>
            <a:ext cx="4455526" cy="4525555"/>
          </a:xfrm>
          <a:prstGeom prst="rect">
            <a:avLst/>
          </a:prstGeom>
        </p:spPr>
      </p:pic>
      <p:sp>
        <p:nvSpPr>
          <p:cNvPr id="6" name="곱하기 기호 5">
            <a:extLst>
              <a:ext uri="{FF2B5EF4-FFF2-40B4-BE49-F238E27FC236}">
                <a16:creationId xmlns:a16="http://schemas.microsoft.com/office/drawing/2014/main" id="{453AA40A-1A70-9C52-4AC2-839D73E0603F}"/>
              </a:ext>
            </a:extLst>
          </p:cNvPr>
          <p:cNvSpPr/>
          <p:nvPr/>
        </p:nvSpPr>
        <p:spPr>
          <a:xfrm>
            <a:off x="2584450" y="0"/>
            <a:ext cx="2260599" cy="844550"/>
          </a:xfrm>
          <a:prstGeom prst="mathMultiply">
            <a:avLst>
              <a:gd name="adj1" fmla="val 4747"/>
            </a:avLst>
          </a:prstGeom>
          <a:solidFill>
            <a:srgbClr val="FF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곱하기 기호 6">
            <a:extLst>
              <a:ext uri="{FF2B5EF4-FFF2-40B4-BE49-F238E27FC236}">
                <a16:creationId xmlns:a16="http://schemas.microsoft.com/office/drawing/2014/main" id="{B9A8A903-CACF-B4DF-488D-954C533AB4FD}"/>
              </a:ext>
            </a:extLst>
          </p:cNvPr>
          <p:cNvSpPr/>
          <p:nvPr/>
        </p:nvSpPr>
        <p:spPr>
          <a:xfrm>
            <a:off x="1997963" y="3931282"/>
            <a:ext cx="1426845" cy="817719"/>
          </a:xfrm>
          <a:prstGeom prst="mathMultiply">
            <a:avLst>
              <a:gd name="adj1" fmla="val 4747"/>
            </a:avLst>
          </a:prstGeom>
          <a:solidFill>
            <a:srgbClr val="FF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E14754E-379C-7310-170D-29D06A02E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6303413"/>
            <a:ext cx="6858000" cy="7408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9BB1AD-DCAC-A167-E79B-BC2D898F91DD}"/>
              </a:ext>
            </a:extLst>
          </p:cNvPr>
          <p:cNvSpPr txBox="1"/>
          <p:nvPr/>
        </p:nvSpPr>
        <p:spPr>
          <a:xfrm>
            <a:off x="1621424" y="4666591"/>
            <a:ext cx="3457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dirty="0"/>
              <a:t>전번은 아직 없어서</a:t>
            </a:r>
            <a:r>
              <a:rPr lang="en-US" altLang="ko-KR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5897A-241F-54CE-F7FF-C4AD134C0F35}"/>
              </a:ext>
            </a:extLst>
          </p:cNvPr>
          <p:cNvSpPr txBox="1"/>
          <p:nvPr/>
        </p:nvSpPr>
        <p:spPr>
          <a:xfrm>
            <a:off x="1462088" y="0"/>
            <a:ext cx="3457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약도</a:t>
            </a:r>
            <a:r>
              <a:rPr lang="en-US" altLang="ko-KR" dirty="0"/>
              <a:t>&gt;</a:t>
            </a:r>
          </a:p>
          <a:p>
            <a:pPr marL="0" indent="0">
              <a:buNone/>
            </a:pPr>
            <a:r>
              <a:rPr lang="en-US" altLang="ko-KR" dirty="0"/>
              <a:t>b4F  Location</a:t>
            </a:r>
          </a:p>
          <a:p>
            <a:pPr marL="0" indent="0">
              <a:buNone/>
            </a:pPr>
            <a:r>
              <a:rPr lang="ko-KR" altLang="en-US" dirty="0"/>
              <a:t>소문자</a:t>
            </a:r>
            <a:r>
              <a:rPr lang="en-US" altLang="ko-KR" dirty="0"/>
              <a:t>b</a:t>
            </a:r>
            <a:r>
              <a:rPr lang="ko-KR" altLang="en-US" dirty="0"/>
              <a:t>로</a:t>
            </a:r>
            <a:r>
              <a:rPr lang="en-US" altLang="ko-KR" dirty="0"/>
              <a:t>!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FAE67E9-F453-3EFD-94DA-A9621AB71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2" y="8933537"/>
            <a:ext cx="6858000" cy="157662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7CDB28D-B2FA-8B31-CCB9-CF429712BE1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156" t="18263" r="10472" b="11281"/>
          <a:stretch/>
        </p:blipFill>
        <p:spPr>
          <a:xfrm>
            <a:off x="6007100" y="7918451"/>
            <a:ext cx="590550" cy="7688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말풍선: 모서리가 둥근 사각형 19">
            <a:extLst>
              <a:ext uri="{FF2B5EF4-FFF2-40B4-BE49-F238E27FC236}">
                <a16:creationId xmlns:a16="http://schemas.microsoft.com/office/drawing/2014/main" id="{6F940247-0411-AE36-935B-A5E431E89384}"/>
              </a:ext>
            </a:extLst>
          </p:cNvPr>
          <p:cNvSpPr/>
          <p:nvPr/>
        </p:nvSpPr>
        <p:spPr>
          <a:xfrm>
            <a:off x="5078998" y="7823200"/>
            <a:ext cx="928102" cy="406400"/>
          </a:xfrm>
          <a:prstGeom prst="wedgeRoundRectCallout">
            <a:avLst>
              <a:gd name="adj1" fmla="val 38594"/>
              <a:gd name="adj2" fmla="val 8281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katok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8B7E1-14B5-2D41-C1B1-FF6A4ABD0675}"/>
              </a:ext>
            </a:extLst>
          </p:cNvPr>
          <p:cNvSpPr txBox="1"/>
          <p:nvPr/>
        </p:nvSpPr>
        <p:spPr>
          <a:xfrm>
            <a:off x="1184273" y="10645087"/>
            <a:ext cx="50609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상호명 </a:t>
            </a:r>
            <a:r>
              <a:rPr lang="en-US" altLang="ko-KR" dirty="0"/>
              <a:t>: </a:t>
            </a:r>
            <a:r>
              <a:rPr lang="ko-KR" altLang="en-US" dirty="0" err="1"/>
              <a:t>비포애프</a:t>
            </a:r>
            <a:r>
              <a:rPr lang="en-US" altLang="ko-KR" dirty="0"/>
              <a:t>(</a:t>
            </a:r>
            <a:r>
              <a:rPr lang="ko-KR" altLang="en-US" dirty="0"/>
              <a:t>한글입니다</a:t>
            </a:r>
            <a:r>
              <a:rPr lang="en-US" altLang="ko-KR" dirty="0"/>
              <a:t>) </a:t>
            </a:r>
            <a:r>
              <a:rPr lang="ko-KR" altLang="en-US" dirty="0"/>
              <a:t>성형외과 대표자 </a:t>
            </a:r>
            <a:r>
              <a:rPr lang="en-US" altLang="ko-KR" dirty="0"/>
              <a:t>: </a:t>
            </a:r>
            <a:r>
              <a:rPr lang="ko-KR" altLang="en-US" dirty="0"/>
              <a:t>박재범</a:t>
            </a:r>
            <a:endParaRPr lang="en-US" altLang="ko-KR" dirty="0"/>
          </a:p>
          <a:p>
            <a:r>
              <a:rPr lang="ko-KR" altLang="en-US" dirty="0"/>
              <a:t>사업자 </a:t>
            </a:r>
            <a:r>
              <a:rPr lang="en-US" altLang="ko-KR" dirty="0"/>
              <a:t>: 377-35-01482</a:t>
            </a:r>
          </a:p>
          <a:p>
            <a:r>
              <a:rPr lang="ko-KR" altLang="en-US" dirty="0"/>
              <a:t>주소 </a:t>
            </a:r>
            <a:r>
              <a:rPr lang="en-US" altLang="ko-KR" dirty="0"/>
              <a:t>: </a:t>
            </a:r>
            <a:r>
              <a:rPr lang="ko-KR" altLang="en-US" dirty="0"/>
              <a:t>상기동일</a:t>
            </a:r>
            <a:endParaRPr lang="en-US" altLang="ko-KR" dirty="0"/>
          </a:p>
          <a:p>
            <a:r>
              <a:rPr lang="ko-KR" altLang="en-US" dirty="0"/>
              <a:t>이메일 </a:t>
            </a:r>
            <a:r>
              <a:rPr lang="en-US" altLang="ko-KR" dirty="0"/>
              <a:t>: pjbs8366@gmail.com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3794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7A3A1-18A9-DA99-70F8-FBC0F322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54286"/>
          </a:xfrm>
        </p:spPr>
        <p:txBody>
          <a:bodyPr/>
          <a:lstStyle/>
          <a:p>
            <a:r>
              <a:rPr lang="ko-KR" altLang="en-US" dirty="0"/>
              <a:t>팝업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838EE-89DF-818F-45B5-042B9ED51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911350"/>
            <a:ext cx="5915025" cy="9069918"/>
          </a:xfrm>
        </p:spPr>
        <p:txBody>
          <a:bodyPr/>
          <a:lstStyle/>
          <a:p>
            <a:r>
              <a:rPr lang="ko-KR" altLang="en-US" dirty="0" err="1"/>
              <a:t>요런게</a:t>
            </a:r>
            <a:r>
              <a:rPr lang="ko-KR" altLang="en-US" dirty="0"/>
              <a:t> </a:t>
            </a:r>
            <a:r>
              <a:rPr lang="ko-KR" altLang="en-US" dirty="0" err="1"/>
              <a:t>들어갔을때</a:t>
            </a:r>
            <a:r>
              <a:rPr lang="ko-KR" altLang="en-US" dirty="0"/>
              <a:t> 뜨게 </a:t>
            </a:r>
            <a:r>
              <a:rPr lang="ko-KR" altLang="en-US" dirty="0" err="1"/>
              <a:t>해주실수있을까요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D18D56-D05F-3081-0C75-D8BFDFAEA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373" y="3144821"/>
            <a:ext cx="3933854" cy="4352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2DFA4B-DF29-901D-A0D3-11AF6DF2D797}"/>
              </a:ext>
            </a:extLst>
          </p:cNvPr>
          <p:cNvSpPr txBox="1"/>
          <p:nvPr/>
        </p:nvSpPr>
        <p:spPr>
          <a:xfrm>
            <a:off x="2456180" y="4545030"/>
            <a:ext cx="3355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현재 문의가 많아 </a:t>
            </a:r>
            <a:r>
              <a:rPr lang="ko-KR" altLang="en-US" sz="12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상담</a:t>
            </a:r>
            <a:r>
              <a:rPr lang="ko-KR" altLang="en-U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 및 </a:t>
            </a:r>
            <a:r>
              <a:rPr lang="ko-KR" altLang="en-US" sz="12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수술 리스트 예약</a:t>
            </a:r>
            <a:r>
              <a:rPr lang="ko-KR" altLang="en-U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은  </a:t>
            </a:r>
            <a:r>
              <a:rPr lang="en-US" altLang="ko-KR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9</a:t>
            </a:r>
            <a:r>
              <a:rPr lang="ko-KR" altLang="en-U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월 중순부터 다시 받을 예정입니다</a:t>
            </a:r>
            <a:r>
              <a:rPr lang="en-US" altLang="ko-KR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.</a:t>
            </a:r>
          </a:p>
          <a:p>
            <a:r>
              <a:rPr lang="ko-KR" altLang="en-US" sz="12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504020204" pitchFamily="34" charset="0"/>
              </a:rPr>
              <a:t>문의 주시는 고객분들의  </a:t>
            </a:r>
            <a:endParaRPr lang="en-US" altLang="ko-KR" sz="1200" b="1" dirty="0">
              <a:solidFill>
                <a:srgbClr val="333333"/>
              </a:solidFill>
              <a:highlight>
                <a:srgbClr val="FFFFFF"/>
              </a:highlight>
              <a:latin typeface="Noto Sans" panose="020B0502040504020204" pitchFamily="34" charset="0"/>
            </a:endParaRPr>
          </a:p>
          <a:p>
            <a:r>
              <a:rPr lang="ko-KR" altLang="en-US" sz="12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504020204" pitchFamily="34" charset="0"/>
              </a:rPr>
              <a:t>많은 양해를 부탁드립니다</a:t>
            </a:r>
            <a:r>
              <a:rPr lang="en-US" altLang="ko-KR" sz="1200" b="1" dirty="0">
                <a:solidFill>
                  <a:srgbClr val="333333"/>
                </a:solidFill>
                <a:highlight>
                  <a:srgbClr val="FFFFFF"/>
                </a:highlight>
                <a:latin typeface="Noto Sans" panose="020B0502040504020204" pitchFamily="34" charset="0"/>
              </a:rPr>
              <a:t>.</a:t>
            </a:r>
            <a:endParaRPr lang="en-US" altLang="ko-KR" sz="12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E73928-841B-0E51-770C-DA5FEB4347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156" t="18263" r="10472" b="11281"/>
          <a:stretch/>
        </p:blipFill>
        <p:spPr>
          <a:xfrm>
            <a:off x="5220780" y="5981701"/>
            <a:ext cx="590550" cy="7688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BCD81BA0-2C10-F497-2909-3E0C2EE78459}"/>
              </a:ext>
            </a:extLst>
          </p:cNvPr>
          <p:cNvSpPr/>
          <p:nvPr/>
        </p:nvSpPr>
        <p:spPr>
          <a:xfrm>
            <a:off x="4292678" y="5886450"/>
            <a:ext cx="928102" cy="406400"/>
          </a:xfrm>
          <a:prstGeom prst="wedgeRoundRectCallout">
            <a:avLst>
              <a:gd name="adj1" fmla="val 38594"/>
              <a:gd name="adj2" fmla="val 8281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katok</a:t>
            </a:r>
            <a:endParaRPr lang="ko-KR" altLang="en-US" dirty="0"/>
          </a:p>
        </p:txBody>
      </p:sp>
      <p:sp>
        <p:nvSpPr>
          <p:cNvPr id="9" name="곱하기 기호 8">
            <a:extLst>
              <a:ext uri="{FF2B5EF4-FFF2-40B4-BE49-F238E27FC236}">
                <a16:creationId xmlns:a16="http://schemas.microsoft.com/office/drawing/2014/main" id="{7A705A8B-F42A-936B-F8B8-B4083DF382F4}"/>
              </a:ext>
            </a:extLst>
          </p:cNvPr>
          <p:cNvSpPr/>
          <p:nvPr/>
        </p:nvSpPr>
        <p:spPr>
          <a:xfrm>
            <a:off x="1877313" y="6859817"/>
            <a:ext cx="2834387" cy="655944"/>
          </a:xfrm>
          <a:prstGeom prst="mathMultiply">
            <a:avLst>
              <a:gd name="adj1" fmla="val 4747"/>
            </a:avLst>
          </a:prstGeom>
          <a:solidFill>
            <a:srgbClr val="FF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곱하기 기호 10">
            <a:extLst>
              <a:ext uri="{FF2B5EF4-FFF2-40B4-BE49-F238E27FC236}">
                <a16:creationId xmlns:a16="http://schemas.microsoft.com/office/drawing/2014/main" id="{89EDF966-DA92-1A13-845A-6CB5A190B932}"/>
              </a:ext>
            </a:extLst>
          </p:cNvPr>
          <p:cNvSpPr/>
          <p:nvPr/>
        </p:nvSpPr>
        <p:spPr>
          <a:xfrm>
            <a:off x="2102217" y="5779491"/>
            <a:ext cx="2063384" cy="768868"/>
          </a:xfrm>
          <a:prstGeom prst="mathMultiply">
            <a:avLst>
              <a:gd name="adj1" fmla="val 4747"/>
            </a:avLst>
          </a:prstGeom>
          <a:solidFill>
            <a:srgbClr val="FF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50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256</Words>
  <Application>Microsoft Office PowerPoint</Application>
  <PresentationFormat>와이드스크린</PresentationFormat>
  <Paragraphs>76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Aptos</vt:lpstr>
      <vt:lpstr>Aptos Display</vt:lpstr>
      <vt:lpstr>Arial</vt:lpstr>
      <vt:lpstr>Noto Sans</vt:lpstr>
      <vt:lpstr>Office 테마</vt:lpstr>
      <vt:lpstr>b4F 성형외과 랜딩페이지 예시 (통합 1페이지) </vt:lpstr>
      <vt:lpstr>PowerPoint 프레젠테이션</vt:lpstr>
      <vt:lpstr>PowerPoint 프레젠테이션</vt:lpstr>
      <vt:lpstr>PowerPoint 프레젠테이션</vt:lpstr>
      <vt:lpstr>팝업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재범 박</dc:creator>
  <cp:lastModifiedBy>재범 박</cp:lastModifiedBy>
  <cp:revision>2</cp:revision>
  <dcterms:created xsi:type="dcterms:W3CDTF">2024-08-13T03:50:19Z</dcterms:created>
  <dcterms:modified xsi:type="dcterms:W3CDTF">2024-08-13T04:44:01Z</dcterms:modified>
</cp:coreProperties>
</file>