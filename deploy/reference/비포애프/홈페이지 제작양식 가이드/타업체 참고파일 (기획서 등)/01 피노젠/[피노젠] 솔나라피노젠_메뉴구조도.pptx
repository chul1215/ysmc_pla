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9" r:id="rId4"/>
    <p:sldId id="259" r:id="rId5"/>
    <p:sldId id="269" r:id="rId6"/>
    <p:sldId id="29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A30"/>
    <a:srgbClr val="0068AA"/>
    <a:srgbClr val="CCC6AA"/>
    <a:srgbClr val="F2F2F2"/>
    <a:srgbClr val="CCC6BB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91" autoAdjust="0"/>
    <p:restoredTop sz="92506" autoAdjust="0"/>
  </p:normalViewPr>
  <p:slideViewPr>
    <p:cSldViewPr snapToGrid="0">
      <p:cViewPr varScale="1">
        <p:scale>
          <a:sx n="115" d="100"/>
          <a:sy n="115" d="100"/>
        </p:scale>
        <p:origin x="7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C0E16-5A6E-4BAE-9F78-0CF4E844D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BF2093-5CD1-4BED-B398-AF3C20CD7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498F35-1994-401C-A11B-8DEE1B68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D3A60-20EF-4578-BFE1-A67ADD7D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A9170A-AA2F-440F-B331-37C757EC7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627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523E8-5FD1-4568-9B14-5C6FEE189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358CC8-2D35-4F08-91DC-D5F4396F2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9BB27-E126-4B36-9685-DCD12407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8643F3-65CD-43D9-9359-EF4E4C6F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C47E26-0152-4417-B066-C44DC6A0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4D2927A-40AF-4C09-9B4F-9D5C376D9D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521" y="6472093"/>
            <a:ext cx="600604" cy="26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2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634F4-7580-4BFC-88BC-2D2536A8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1896A0-1EC8-441B-9044-6322327BE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D3FC7-DF23-4BFD-860D-CE309461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2AC09-C301-41E6-BC19-3806940D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233DD-404A-4955-90A6-47A5901F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96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7A4BC-9B7B-47AB-9282-80C820432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94DB00-4F5A-441F-98EA-E2A3F4F6D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3ECCF0-6611-415E-B659-9A96AD12C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D76FB8-F19B-4097-A863-60EA64A6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58BCD7-EA1B-4288-B910-2D487C2C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9B1F4-3131-4248-BDBB-8A2748FE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72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DA5EED-B0FE-437C-B8E2-B78E7952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F5D8F8-3FAC-4784-82FD-8A5EDFB5F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E489EE-FF1F-49D5-8BB0-0421EDCE1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193B73-55AE-4065-A7A5-CC05F787F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0D4A9D-2FAB-4C1C-9661-56C314BC0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86DC1B-2448-4B87-9E19-BB12B6B7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2A91BE-AA6E-4C47-A5C4-0D0CB4075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69A634-E6E2-45C4-9CAA-69E08E98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7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078B1-2AA4-4B73-A026-4B772896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CE6190-1943-4619-AA5B-ED5F63DB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620C93-264C-41EA-A369-F3FA77CA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5CFFB7-F6F6-4B40-8E58-D6199BD39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43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2A0F7D-E5A6-400E-8DE8-E784BF4B9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4CE0B0-6435-410E-AC75-16FBDF6C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1F785-502E-4F00-995E-F0487AD9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6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5A409-1211-48B4-B28D-F01E51715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E93080-5A0C-4D6D-828C-EFD5FF8F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A5F90A-B215-4A49-BB13-1E0ADEFDC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77E90C-0A7A-4AA0-8E82-B696EAEC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EA8D71-2E3A-4E40-A589-12CBDEC0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A15E2E-7782-4922-B659-02E6C8D4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62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5080C-B560-4375-95CA-5C100311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8AE7B5-38A8-4291-A1BF-C25CD0917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4078AA-044E-4E38-86B3-9E2DDF903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E3BA64-148F-491A-B0CB-5A6B8AA4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FC0C91-9DED-450C-99A4-7C87424F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F2D550-4D1E-4D2F-8095-14927B9D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7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13986-F8EA-4DF5-B609-648D57FC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FADA76-45C0-4C47-8491-841B3C27C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F71B38-DD5C-4AD1-B70F-293B7658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40EB99-3C3E-464C-AF6B-854D445B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1F065C-6884-4999-AD80-B0AAD8C5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31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8B15D-D604-4818-B403-0884054DC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C2BE24-3F5B-41C9-91E7-A83759209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13452-364C-4D05-8011-A6A9C24D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2B090-96C6-4F53-A04F-44D042C4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B9A15-BE1F-4656-BFF9-95F0A7FF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58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A8BFA4F-5EB3-4B1D-8D86-91C7251E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8DD781-25C6-4811-B20B-21D256397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1AA03-4199-4B9B-B131-9F104945E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51432-D5BB-48D0-AA9E-22825B55EB10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24001-D187-4BCA-AF92-829D344A0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54673-E4DB-4524-B224-27D89BCA2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0C2E2-F8D4-444C-859A-4E7F9F879C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18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11" Type="http://schemas.openxmlformats.org/officeDocument/2006/relationships/image" Target="../media/image15.jpeg"/><Relationship Id="rId5" Type="http://schemas.openxmlformats.org/officeDocument/2006/relationships/image" Target="../media/image10.jpeg"/><Relationship Id="rId10" Type="http://schemas.openxmlformats.org/officeDocument/2006/relationships/image" Target="../media/image14.png"/><Relationship Id="rId4" Type="http://schemas.openxmlformats.org/officeDocument/2006/relationships/image" Target="../media/image9.jpe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DCECF3-4B90-4245-ABFE-817E5DF8B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0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A2347B-7F5A-4F25-BA51-3D099F0661DC}"/>
              </a:ext>
            </a:extLst>
          </p:cNvPr>
          <p:cNvSpPr txBox="1"/>
          <p:nvPr/>
        </p:nvSpPr>
        <p:spPr>
          <a:xfrm>
            <a:off x="1983038" y="3635566"/>
            <a:ext cx="26991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Montserrat Medium" panose="00000600000000000000" pitchFamily="50" charset="0"/>
              </a:rPr>
              <a:t>210302</a:t>
            </a:r>
            <a:endParaRPr lang="ko-KR" altLang="en-US" sz="2200" dirty="0">
              <a:latin typeface="Montserrat Medium" panose="000006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3FF69-A820-4F06-ABDF-134D41A5EC7F}"/>
              </a:ext>
            </a:extLst>
          </p:cNvPr>
          <p:cNvSpPr txBox="1"/>
          <p:nvPr/>
        </p:nvSpPr>
        <p:spPr>
          <a:xfrm>
            <a:off x="1983038" y="4688134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/>
              <a:t>솔나라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피노젠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6588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B0409D-6F22-4F92-8E76-7161C361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745" y="29272"/>
            <a:ext cx="12192000" cy="685799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495BCE3-0732-4E60-B699-BE0B6970D3FC}"/>
              </a:ext>
            </a:extLst>
          </p:cNvPr>
          <p:cNvSpPr/>
          <p:nvPr/>
        </p:nvSpPr>
        <p:spPr>
          <a:xfrm>
            <a:off x="9730955" y="-233956"/>
            <a:ext cx="270459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25A72-816F-493B-8031-DBB0C12326D4}"/>
              </a:ext>
            </a:extLst>
          </p:cNvPr>
          <p:cNvSpPr txBox="1"/>
          <p:nvPr/>
        </p:nvSpPr>
        <p:spPr>
          <a:xfrm>
            <a:off x="9974510" y="501718"/>
            <a:ext cx="2217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메뉴별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 번호는 페이지의 개수를 의미하며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번호가 부여되지 않은 메뉴는 링크 클릭 시 해당 메뉴의 첫번째 하위 페이지로 이동합니다</a:t>
            </a:r>
            <a:r>
              <a:rPr lang="en-US" altLang="ko-KR" sz="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24527-6974-45A8-8400-7AEAE90C9D90}"/>
              </a:ext>
            </a:extLst>
          </p:cNvPr>
          <p:cNvSpPr txBox="1"/>
          <p:nvPr/>
        </p:nvSpPr>
        <p:spPr>
          <a:xfrm>
            <a:off x="9691537" y="-5708"/>
            <a:ext cx="2500461" cy="3708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1C13B-0E68-472F-ACD2-4F68172E329C}"/>
              </a:ext>
            </a:extLst>
          </p:cNvPr>
          <p:cNvSpPr txBox="1"/>
          <p:nvPr/>
        </p:nvSpPr>
        <p:spPr>
          <a:xfrm>
            <a:off x="9974510" y="1186852"/>
            <a:ext cx="2217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 </a:t>
            </a:r>
            <a:r>
              <a:rPr lang="ko-KR" altLang="en-US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카테고리에 아래대로 메뉴설정</a:t>
            </a:r>
            <a:endParaRPr lang="en-US" altLang="ko-KR" sz="9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-Our Story</a:t>
            </a: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헤리티지 원료</a:t>
            </a:r>
            <a:endParaRPr lang="en-US" altLang="ko-KR" sz="9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연구개발 </a:t>
            </a:r>
            <a:endParaRPr lang="en-US" altLang="ko-KR" sz="9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06C6ED3-0C97-40C8-99C0-7EEF13565EEA}"/>
              </a:ext>
            </a:extLst>
          </p:cNvPr>
          <p:cNvCxnSpPr/>
          <p:nvPr/>
        </p:nvCxnSpPr>
        <p:spPr>
          <a:xfrm>
            <a:off x="9806730" y="612396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15B6737-D796-4E70-94B4-80EE8FEFE97A}"/>
              </a:ext>
            </a:extLst>
          </p:cNvPr>
          <p:cNvCxnSpPr/>
          <p:nvPr/>
        </p:nvCxnSpPr>
        <p:spPr>
          <a:xfrm>
            <a:off x="9806730" y="1283516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4569EA-CE37-4F50-B1EC-3397C5EA00BB}"/>
              </a:ext>
            </a:extLst>
          </p:cNvPr>
          <p:cNvSpPr/>
          <p:nvPr/>
        </p:nvSpPr>
        <p:spPr>
          <a:xfrm>
            <a:off x="3823982" y="1283516"/>
            <a:ext cx="2144785" cy="453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r>
              <a:rPr lang="en-US" altLang="ko-KR" sz="1100" dirty="0">
                <a:latin typeface="Arial" panose="020B0604020202020204" pitchFamily="34" charset="0"/>
                <a:cs typeface="Arial" panose="020B0604020202020204" pitchFamily="34" charset="0"/>
              </a:rPr>
              <a:t>(Main)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3F81F1-2FDE-4D4E-8A0D-D697246AE7B6}"/>
              </a:ext>
            </a:extLst>
          </p:cNvPr>
          <p:cNvSpPr/>
          <p:nvPr/>
        </p:nvSpPr>
        <p:spPr>
          <a:xfrm>
            <a:off x="6264084" y="2019509"/>
            <a:ext cx="1190226" cy="36072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 Center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5A7C72-4796-4DEE-A8F6-623759A88BE1}"/>
              </a:ext>
            </a:extLst>
          </p:cNvPr>
          <p:cNvSpPr/>
          <p:nvPr/>
        </p:nvSpPr>
        <p:spPr>
          <a:xfrm>
            <a:off x="8279934" y="574059"/>
            <a:ext cx="511731" cy="1889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AF6B09-C492-4631-AE4D-FCCCA6510245}"/>
              </a:ext>
            </a:extLst>
          </p:cNvPr>
          <p:cNvSpPr/>
          <p:nvPr/>
        </p:nvSpPr>
        <p:spPr>
          <a:xfrm>
            <a:off x="8279934" y="809216"/>
            <a:ext cx="511731" cy="1889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BA2F55-6F7F-4255-A767-B9630247D91D}"/>
              </a:ext>
            </a:extLst>
          </p:cNvPr>
          <p:cNvSpPr/>
          <p:nvPr/>
        </p:nvSpPr>
        <p:spPr>
          <a:xfrm>
            <a:off x="2380609" y="2019509"/>
            <a:ext cx="1190226" cy="36072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FFEC9B-8C56-4ABA-ABBE-4847DBC8A4A5}"/>
              </a:ext>
            </a:extLst>
          </p:cNvPr>
          <p:cNvSpPr/>
          <p:nvPr/>
        </p:nvSpPr>
        <p:spPr>
          <a:xfrm>
            <a:off x="2380608" y="2472515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브랜드스토리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FABF653-EE58-4E69-8D81-92F2FC440291}"/>
              </a:ext>
            </a:extLst>
          </p:cNvPr>
          <p:cNvSpPr/>
          <p:nvPr/>
        </p:nvSpPr>
        <p:spPr>
          <a:xfrm>
            <a:off x="3675297" y="2019509"/>
            <a:ext cx="1190226" cy="36072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D5E7C3-6DE5-4446-9E69-7F93E5CE76C1}"/>
              </a:ext>
            </a:extLst>
          </p:cNvPr>
          <p:cNvSpPr/>
          <p:nvPr/>
        </p:nvSpPr>
        <p:spPr>
          <a:xfrm>
            <a:off x="4959253" y="2013799"/>
            <a:ext cx="1190226" cy="36072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3381A-CD90-4318-A50F-C6C53C5244FD}"/>
              </a:ext>
            </a:extLst>
          </p:cNvPr>
          <p:cNvSpPr txBox="1"/>
          <p:nvPr/>
        </p:nvSpPr>
        <p:spPr>
          <a:xfrm>
            <a:off x="3719960" y="1154696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504E15-9234-4552-9563-240EC663DE10}"/>
              </a:ext>
            </a:extLst>
          </p:cNvPr>
          <p:cNvSpPr/>
          <p:nvPr/>
        </p:nvSpPr>
        <p:spPr>
          <a:xfrm>
            <a:off x="3675297" y="2472515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식품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2735CA3-2C5D-4E83-9AC2-1F9B7094971A}"/>
              </a:ext>
            </a:extLst>
          </p:cNvPr>
          <p:cNvSpPr/>
          <p:nvPr/>
        </p:nvSpPr>
        <p:spPr>
          <a:xfrm>
            <a:off x="3675297" y="2887173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스킨케어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ECD9F54-A426-4C17-8CF7-3D17AF58EC99}"/>
              </a:ext>
            </a:extLst>
          </p:cNvPr>
          <p:cNvSpPr/>
          <p:nvPr/>
        </p:nvSpPr>
        <p:spPr>
          <a:xfrm>
            <a:off x="3675297" y="3292404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위생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B368B0-769B-4BEF-AF5B-7CD97C86E018}"/>
              </a:ext>
            </a:extLst>
          </p:cNvPr>
          <p:cNvSpPr/>
          <p:nvPr/>
        </p:nvSpPr>
        <p:spPr>
          <a:xfrm>
            <a:off x="6258692" y="2472515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1D970B2-0373-4BD4-A0EC-FFD893DF6044}"/>
              </a:ext>
            </a:extLst>
          </p:cNvPr>
          <p:cNvSpPr/>
          <p:nvPr/>
        </p:nvSpPr>
        <p:spPr>
          <a:xfrm>
            <a:off x="6258692" y="2887172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BCAA35A-D1DA-4AD2-90AA-87BF90FE4BD8}"/>
              </a:ext>
            </a:extLst>
          </p:cNvPr>
          <p:cNvSpPr/>
          <p:nvPr/>
        </p:nvSpPr>
        <p:spPr>
          <a:xfrm>
            <a:off x="6258692" y="3292403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FAQ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0BBE5D1-5EA3-4349-BAD2-68D732C256C4}"/>
              </a:ext>
            </a:extLst>
          </p:cNvPr>
          <p:cNvSpPr/>
          <p:nvPr/>
        </p:nvSpPr>
        <p:spPr>
          <a:xfrm>
            <a:off x="6258692" y="3692360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이용안내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776BB4-C4CA-4A15-AA34-BA998F0EBF1B}"/>
              </a:ext>
            </a:extLst>
          </p:cNvPr>
          <p:cNvSpPr txBox="1"/>
          <p:nvPr/>
        </p:nvSpPr>
        <p:spPr>
          <a:xfrm>
            <a:off x="2213768" y="2421143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2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281E2E-ED0C-4F97-A987-C6707D0BC8C7}"/>
              </a:ext>
            </a:extLst>
          </p:cNvPr>
          <p:cNvSpPr/>
          <p:nvPr/>
        </p:nvSpPr>
        <p:spPr>
          <a:xfrm>
            <a:off x="8367158" y="4772807"/>
            <a:ext cx="882920" cy="256013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로그인</a:t>
            </a:r>
            <a:endParaRPr lang="en-US" altLang="ko-KR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B5C1AB-FC70-43B9-9F49-727187A07E08}"/>
              </a:ext>
            </a:extLst>
          </p:cNvPr>
          <p:cNvSpPr/>
          <p:nvPr/>
        </p:nvSpPr>
        <p:spPr>
          <a:xfrm>
            <a:off x="8367158" y="5074465"/>
            <a:ext cx="882920" cy="256013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회원가입</a:t>
            </a:r>
            <a:endParaRPr lang="en-US" altLang="ko-KR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6D820DA-4942-4399-82B1-03BBFE47241A}"/>
              </a:ext>
            </a:extLst>
          </p:cNvPr>
          <p:cNvSpPr/>
          <p:nvPr/>
        </p:nvSpPr>
        <p:spPr>
          <a:xfrm>
            <a:off x="8367158" y="5376123"/>
            <a:ext cx="882920" cy="256013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장바구니</a:t>
            </a:r>
            <a:endParaRPr lang="en-US" altLang="ko-KR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062241-7D3A-492F-B4BA-8781E7CE129C}"/>
              </a:ext>
            </a:extLst>
          </p:cNvPr>
          <p:cNvSpPr/>
          <p:nvPr/>
        </p:nvSpPr>
        <p:spPr>
          <a:xfrm>
            <a:off x="8367158" y="5677781"/>
            <a:ext cx="882920" cy="256013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주문</a:t>
            </a:r>
            <a:endParaRPr lang="en-US" altLang="ko-KR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B96739-925E-4AA5-BD3A-C7D52945E6BD}"/>
              </a:ext>
            </a:extLst>
          </p:cNvPr>
          <p:cNvSpPr/>
          <p:nvPr/>
        </p:nvSpPr>
        <p:spPr>
          <a:xfrm>
            <a:off x="8367158" y="5990357"/>
            <a:ext cx="882920" cy="256013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마이페이지</a:t>
            </a:r>
            <a:endParaRPr lang="en-US" altLang="ko-KR" sz="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B2E812-D099-456D-BCDD-B2F0489FD5B0}"/>
              </a:ext>
            </a:extLst>
          </p:cNvPr>
          <p:cNvSpPr txBox="1"/>
          <p:nvPr/>
        </p:nvSpPr>
        <p:spPr>
          <a:xfrm>
            <a:off x="3642642" y="2408094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4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2A74DD-6114-47DC-B126-B0999AEC7DCA}"/>
              </a:ext>
            </a:extLst>
          </p:cNvPr>
          <p:cNvSpPr txBox="1"/>
          <p:nvPr/>
        </p:nvSpPr>
        <p:spPr>
          <a:xfrm>
            <a:off x="3642642" y="2827487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5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2118B1-BE22-43F0-A3E0-C7898AE1F6CB}"/>
              </a:ext>
            </a:extLst>
          </p:cNvPr>
          <p:cNvSpPr txBox="1"/>
          <p:nvPr/>
        </p:nvSpPr>
        <p:spPr>
          <a:xfrm>
            <a:off x="3642642" y="3253678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6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38714D-B354-4151-A901-199771749286}"/>
              </a:ext>
            </a:extLst>
          </p:cNvPr>
          <p:cNvSpPr txBox="1"/>
          <p:nvPr/>
        </p:nvSpPr>
        <p:spPr>
          <a:xfrm>
            <a:off x="4884370" y="1890689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7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A53169-68F8-44B5-8567-4E16B5C6C4BA}"/>
              </a:ext>
            </a:extLst>
          </p:cNvPr>
          <p:cNvSpPr txBox="1"/>
          <p:nvPr/>
        </p:nvSpPr>
        <p:spPr>
          <a:xfrm>
            <a:off x="6207676" y="2425449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8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B02E24-89D2-4FF5-8496-290710A31D49}"/>
              </a:ext>
            </a:extLst>
          </p:cNvPr>
          <p:cNvSpPr txBox="1"/>
          <p:nvPr/>
        </p:nvSpPr>
        <p:spPr>
          <a:xfrm>
            <a:off x="6207676" y="2851046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9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0460A6-2340-4459-BAF5-EB75BDCDF2CD}"/>
              </a:ext>
            </a:extLst>
          </p:cNvPr>
          <p:cNvSpPr txBox="1"/>
          <p:nvPr/>
        </p:nvSpPr>
        <p:spPr>
          <a:xfrm>
            <a:off x="6207676" y="3253677"/>
            <a:ext cx="332142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10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2793C1-560E-4A5A-BCD7-DF6519FE385C}"/>
              </a:ext>
            </a:extLst>
          </p:cNvPr>
          <p:cNvSpPr txBox="1"/>
          <p:nvPr/>
        </p:nvSpPr>
        <p:spPr>
          <a:xfrm>
            <a:off x="6207676" y="3656308"/>
            <a:ext cx="332142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11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7EDE62C-88AB-4ED6-A70D-8F1580592354}"/>
              </a:ext>
            </a:extLst>
          </p:cNvPr>
          <p:cNvSpPr/>
          <p:nvPr/>
        </p:nvSpPr>
        <p:spPr>
          <a:xfrm>
            <a:off x="2380608" y="2880199"/>
            <a:ext cx="1190226" cy="3317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연혁</a:t>
            </a:r>
            <a:endParaRPr lang="en-US" altLang="ko-KR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892143-D794-49B3-B6FE-E91E5F88E6D6}"/>
              </a:ext>
            </a:extLst>
          </p:cNvPr>
          <p:cNvSpPr txBox="1"/>
          <p:nvPr/>
        </p:nvSpPr>
        <p:spPr>
          <a:xfrm>
            <a:off x="2213768" y="2826367"/>
            <a:ext cx="258404" cy="246221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3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15B6737-D796-4E70-94B4-80EE8FEFE97A}"/>
              </a:ext>
            </a:extLst>
          </p:cNvPr>
          <p:cNvCxnSpPr/>
          <p:nvPr/>
        </p:nvCxnSpPr>
        <p:spPr>
          <a:xfrm>
            <a:off x="9810359" y="2134894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FC1C13B-0E68-472F-ACD2-4F68172E329C}"/>
              </a:ext>
            </a:extLst>
          </p:cNvPr>
          <p:cNvSpPr txBox="1"/>
          <p:nvPr/>
        </p:nvSpPr>
        <p:spPr>
          <a:xfrm>
            <a:off x="9959129" y="2019426"/>
            <a:ext cx="221748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카테고리 이름 변경</a:t>
            </a:r>
            <a:endParaRPr lang="en-US" altLang="ko-KR" sz="9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-Shop -&gt; SKIN CARE</a:t>
            </a: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-Review-&gt; AROMA</a:t>
            </a: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-CS Center-&gt; HEALTH FOOD</a:t>
            </a:r>
          </a:p>
          <a:p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ko-KR" altLang="en-US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추가 </a:t>
            </a:r>
            <a:r>
              <a:rPr lang="en-US" altLang="ko-KR" sz="9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</a:t>
            </a:r>
          </a:p>
          <a:p>
            <a:r>
              <a:rPr lang="en-US" altLang="ko-KR" sz="9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https://www.apgroup.com/int/ko/news/news.html</a:t>
            </a:r>
            <a:endParaRPr lang="en-US" altLang="ko-KR" sz="9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79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FD96674-8DE4-4D6A-966D-E7AB1FBA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C2BB85D-5BA3-4C35-83C3-AA1DB023C51B}"/>
              </a:ext>
            </a:extLst>
          </p:cNvPr>
          <p:cNvSpPr/>
          <p:nvPr/>
        </p:nvSpPr>
        <p:spPr>
          <a:xfrm>
            <a:off x="2762055" y="2384981"/>
            <a:ext cx="1432874" cy="36764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FA7002-6BBE-4264-AC72-35E0B804144E}"/>
              </a:ext>
            </a:extLst>
          </p:cNvPr>
          <p:cNvSpPr/>
          <p:nvPr/>
        </p:nvSpPr>
        <p:spPr>
          <a:xfrm>
            <a:off x="4194929" y="2828041"/>
            <a:ext cx="838984" cy="3676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0EB6C1B-9E83-47ED-89BF-8E44F923DE63}"/>
              </a:ext>
            </a:extLst>
          </p:cNvPr>
          <p:cNvSpPr/>
          <p:nvPr/>
        </p:nvSpPr>
        <p:spPr>
          <a:xfrm>
            <a:off x="5109328" y="3247532"/>
            <a:ext cx="1486291" cy="3676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A83733-5A29-47AD-859B-4A9064B38B39}"/>
              </a:ext>
            </a:extLst>
          </p:cNvPr>
          <p:cNvSpPr/>
          <p:nvPr/>
        </p:nvSpPr>
        <p:spPr>
          <a:xfrm>
            <a:off x="6595619" y="3706095"/>
            <a:ext cx="2029906" cy="36764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D484633-680B-42CA-B723-E6A4ACF3EDE8}"/>
              </a:ext>
            </a:extLst>
          </p:cNvPr>
          <p:cNvSpPr/>
          <p:nvPr/>
        </p:nvSpPr>
        <p:spPr>
          <a:xfrm>
            <a:off x="8625525" y="4164658"/>
            <a:ext cx="461914" cy="367645"/>
          </a:xfrm>
          <a:prstGeom prst="rect">
            <a:avLst/>
          </a:prstGeom>
          <a:solidFill>
            <a:srgbClr val="272A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8777F2-7105-42C1-A4E3-5D0C32785477}"/>
              </a:ext>
            </a:extLst>
          </p:cNvPr>
          <p:cNvSpPr txBox="1"/>
          <p:nvPr/>
        </p:nvSpPr>
        <p:spPr>
          <a:xfrm>
            <a:off x="2762055" y="2055165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요구사항 정의 및 기획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8941C-0E96-4C87-828E-C22D46E79490}"/>
              </a:ext>
            </a:extLst>
          </p:cNvPr>
          <p:cNvSpPr txBox="1"/>
          <p:nvPr/>
        </p:nvSpPr>
        <p:spPr>
          <a:xfrm>
            <a:off x="4270344" y="2559502"/>
            <a:ext cx="17283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1</a:t>
            </a:r>
            <a:r>
              <a:rPr lang="ko-KR" altLang="en-US" sz="900" dirty="0"/>
              <a:t>차 디자인 시안</a:t>
            </a:r>
            <a:r>
              <a:rPr lang="en-US" altLang="ko-KR" sz="900" dirty="0"/>
              <a:t>(</a:t>
            </a:r>
            <a:r>
              <a:rPr lang="ko-KR" altLang="en-US" sz="900" dirty="0"/>
              <a:t>메인</a:t>
            </a:r>
            <a:r>
              <a:rPr lang="en-US" altLang="ko-KR" sz="900" dirty="0"/>
              <a:t>1/</a:t>
            </a:r>
            <a:r>
              <a:rPr lang="ko-KR" altLang="en-US" sz="900" dirty="0"/>
              <a:t>서브</a:t>
            </a:r>
            <a:r>
              <a:rPr lang="en-US" altLang="ko-KR" sz="900" dirty="0"/>
              <a:t>1)</a:t>
            </a:r>
            <a:endParaRPr lang="ko-KR" alt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B6CC1B-ADBA-4F59-8583-88F18E42B36E}"/>
              </a:ext>
            </a:extLst>
          </p:cNvPr>
          <p:cNvSpPr txBox="1"/>
          <p:nvPr/>
        </p:nvSpPr>
        <p:spPr>
          <a:xfrm>
            <a:off x="5134523" y="2958777"/>
            <a:ext cx="16690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2</a:t>
            </a:r>
            <a:r>
              <a:rPr lang="ko-KR" altLang="en-US" sz="900" dirty="0"/>
              <a:t>차 디자인 시안</a:t>
            </a:r>
            <a:r>
              <a:rPr lang="en-US" altLang="ko-KR" sz="900" dirty="0"/>
              <a:t>(</a:t>
            </a:r>
            <a:r>
              <a:rPr lang="ko-KR" altLang="en-US" sz="900" dirty="0"/>
              <a:t>주요페이지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745101-3CF8-47ED-8AF7-80F313A37AE2}"/>
              </a:ext>
            </a:extLst>
          </p:cNvPr>
          <p:cNvSpPr txBox="1"/>
          <p:nvPr/>
        </p:nvSpPr>
        <p:spPr>
          <a:xfrm>
            <a:off x="6611329" y="338434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퍼블리싱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78DA5E-1D68-4ACE-BC8A-30B1B67CA4B9}"/>
              </a:ext>
            </a:extLst>
          </p:cNvPr>
          <p:cNvSpPr txBox="1"/>
          <p:nvPr/>
        </p:nvSpPr>
        <p:spPr>
          <a:xfrm>
            <a:off x="8625525" y="3888367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피드백 및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2BCCA-C099-4619-88BA-8EC4A4E613E6}"/>
              </a:ext>
            </a:extLst>
          </p:cNvPr>
          <p:cNvSpPr txBox="1"/>
          <p:nvPr/>
        </p:nvSpPr>
        <p:spPr>
          <a:xfrm>
            <a:off x="2762055" y="2437998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1.5W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88231-3A8B-4004-A764-95B1F270413F}"/>
              </a:ext>
            </a:extLst>
          </p:cNvPr>
          <p:cNvSpPr txBox="1"/>
          <p:nvPr/>
        </p:nvSpPr>
        <p:spPr>
          <a:xfrm>
            <a:off x="4194929" y="2872881"/>
            <a:ext cx="409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1W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8CB7C6-CBF5-4A41-859B-72ECA34556B3}"/>
              </a:ext>
            </a:extLst>
          </p:cNvPr>
          <p:cNvSpPr txBox="1"/>
          <p:nvPr/>
        </p:nvSpPr>
        <p:spPr>
          <a:xfrm>
            <a:off x="5134523" y="3300549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1.5W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C2D796-AEF2-483B-BE43-654AC2025182}"/>
              </a:ext>
            </a:extLst>
          </p:cNvPr>
          <p:cNvSpPr txBox="1"/>
          <p:nvPr/>
        </p:nvSpPr>
        <p:spPr>
          <a:xfrm>
            <a:off x="6611329" y="3741000"/>
            <a:ext cx="409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2W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F43465-D4BB-49F1-AAD7-F697A0C6473D}"/>
              </a:ext>
            </a:extLst>
          </p:cNvPr>
          <p:cNvSpPr txBox="1"/>
          <p:nvPr/>
        </p:nvSpPr>
        <p:spPr>
          <a:xfrm>
            <a:off x="8631318" y="4217675"/>
            <a:ext cx="3722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schemeClr val="bg1"/>
                </a:solidFill>
              </a:rPr>
              <a:t>2D</a:t>
            </a:r>
            <a:endParaRPr lang="ko-KR" alt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53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BCDF10-E6CB-4674-A562-DB9757C4E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922E12-5F93-4212-9755-FDDB4C0A9F58}"/>
              </a:ext>
            </a:extLst>
          </p:cNvPr>
          <p:cNvSpPr/>
          <p:nvPr/>
        </p:nvSpPr>
        <p:spPr>
          <a:xfrm>
            <a:off x="9691538" y="0"/>
            <a:ext cx="25004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E8492-21A1-4948-BBBE-34A57F842C89}"/>
              </a:ext>
            </a:extLst>
          </p:cNvPr>
          <p:cNvSpPr txBox="1"/>
          <p:nvPr/>
        </p:nvSpPr>
        <p:spPr>
          <a:xfrm>
            <a:off x="9691537" y="-5708"/>
            <a:ext cx="2500461" cy="3708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94E7E-0A18-4395-85D6-C4C6E688F4CC}"/>
              </a:ext>
            </a:extLst>
          </p:cNvPr>
          <p:cNvSpPr txBox="1"/>
          <p:nvPr/>
        </p:nvSpPr>
        <p:spPr>
          <a:xfrm>
            <a:off x="9974510" y="515732"/>
            <a:ext cx="2217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아모레퍼시픽과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 구성 분위기  동일</a:t>
            </a:r>
            <a:endParaRPr lang="en-US" altLang="ko-KR" sz="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sz="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피노젠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네이비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 화이트 로고 </a:t>
            </a:r>
            <a:endParaRPr lang="en-US" altLang="ko-KR" sz="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사진삽입</a:t>
            </a:r>
            <a:r>
              <a:rPr lang="en-US" altLang="ko-KR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X, 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동영상 제공 </a:t>
            </a:r>
            <a:endParaRPr lang="en-US" altLang="ko-KR" sz="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sz="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메인에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자세히보기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안넣어도</a:t>
            </a:r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 됨</a:t>
            </a:r>
            <a:r>
              <a:rPr lang="en-US" altLang="ko-KR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o-KR" altLang="en-US" sz="900" dirty="0" smtClean="0">
                <a:latin typeface="Arial" panose="020B0604020202020204" pitchFamily="34" charset="0"/>
                <a:cs typeface="Arial" panose="020B0604020202020204" pitchFamily="34" charset="0"/>
              </a:rPr>
              <a:t>한국버전 영문버전</a:t>
            </a:r>
            <a:endParaRPr lang="en-US" altLang="ko-KR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355C7D6-5C8C-4282-9495-23E5A66FBC46}"/>
              </a:ext>
            </a:extLst>
          </p:cNvPr>
          <p:cNvCxnSpPr/>
          <p:nvPr/>
        </p:nvCxnSpPr>
        <p:spPr>
          <a:xfrm>
            <a:off x="9781563" y="612396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1A0D8E-B90E-42D2-B304-14DD29970BC5}"/>
              </a:ext>
            </a:extLst>
          </p:cNvPr>
          <p:cNvSpPr txBox="1"/>
          <p:nvPr/>
        </p:nvSpPr>
        <p:spPr>
          <a:xfrm>
            <a:off x="2242657" y="389421"/>
            <a:ext cx="6094428" cy="29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800735" algn="l"/>
              </a:tabLst>
            </a:pPr>
            <a:r>
              <a:rPr lang="en-US" altLang="ko-KR" sz="100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나눔고딕" panose="020D0604000000000000" pitchFamily="50" charset="-127"/>
              </a:rPr>
              <a:t>https://www.apgroup.com/int/ko/index.html</a:t>
            </a:r>
            <a:endParaRPr lang="ko-KR" altLang="ko-KR" sz="1000" dirty="0">
              <a:effectLst/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05D898C-D05B-43BE-B75D-1639E77FA8D9}"/>
              </a:ext>
            </a:extLst>
          </p:cNvPr>
          <p:cNvCxnSpPr/>
          <p:nvPr/>
        </p:nvCxnSpPr>
        <p:spPr>
          <a:xfrm>
            <a:off x="9781563" y="1270834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05D898C-D05B-43BE-B75D-1639E77FA8D9}"/>
              </a:ext>
            </a:extLst>
          </p:cNvPr>
          <p:cNvCxnSpPr/>
          <p:nvPr/>
        </p:nvCxnSpPr>
        <p:spPr>
          <a:xfrm>
            <a:off x="9781563" y="1817518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42" y="947209"/>
            <a:ext cx="8941858" cy="39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7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B885E6-81C5-41DF-B6AF-FAF78CA884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BEB8476-B9AB-4453-8590-11E7635F5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631" y="4259048"/>
            <a:ext cx="1785938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922E12-5F93-4212-9755-FDDB4C0A9F58}"/>
              </a:ext>
            </a:extLst>
          </p:cNvPr>
          <p:cNvSpPr/>
          <p:nvPr/>
        </p:nvSpPr>
        <p:spPr>
          <a:xfrm>
            <a:off x="9691535" y="0"/>
            <a:ext cx="25004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E8492-21A1-4948-BBBE-34A57F842C89}"/>
              </a:ext>
            </a:extLst>
          </p:cNvPr>
          <p:cNvSpPr txBox="1"/>
          <p:nvPr/>
        </p:nvSpPr>
        <p:spPr>
          <a:xfrm>
            <a:off x="9691537" y="-5708"/>
            <a:ext cx="2500461" cy="3708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ko-KR" alt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355C7D6-5C8C-4282-9495-23E5A66FBC46}"/>
              </a:ext>
            </a:extLst>
          </p:cNvPr>
          <p:cNvCxnSpPr/>
          <p:nvPr/>
        </p:nvCxnSpPr>
        <p:spPr>
          <a:xfrm>
            <a:off x="9781563" y="612396"/>
            <a:ext cx="1677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6F76012-C88D-465E-8D55-51D1C251ECA1}"/>
              </a:ext>
            </a:extLst>
          </p:cNvPr>
          <p:cNvSpPr txBox="1"/>
          <p:nvPr/>
        </p:nvSpPr>
        <p:spPr>
          <a:xfrm>
            <a:off x="650450" y="838986"/>
            <a:ext cx="737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Concept</a:t>
            </a:r>
            <a:endParaRPr lang="ko-KR" altLang="en-US" sz="1100" b="1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B45FF9-5AAB-4709-B7ED-B591BF52F4F8}"/>
              </a:ext>
            </a:extLst>
          </p:cNvPr>
          <p:cNvCxnSpPr>
            <a:cxnSpLocks/>
          </p:cNvCxnSpPr>
          <p:nvPr/>
        </p:nvCxnSpPr>
        <p:spPr>
          <a:xfrm flipV="1">
            <a:off x="9781563" y="1686277"/>
            <a:ext cx="107155" cy="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0F8820A1-28DF-422B-893D-9F2AF23F2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964" y="1014789"/>
            <a:ext cx="3763848" cy="282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6F45A31-E0B9-406E-AE77-FFD880CEB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897" y="3837675"/>
            <a:ext cx="1751814" cy="262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FD13CB0-59CC-46F0-80CD-F002769EF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268" y="4728695"/>
            <a:ext cx="1287741" cy="160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B8CDE709-A98F-4434-960D-0382F970FE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637" y="3265396"/>
            <a:ext cx="4127630" cy="292659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D9201E8-AB05-4BFB-AF06-3C75603A8A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4081" y="230690"/>
            <a:ext cx="3450006" cy="159792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8912F02-EC03-4D5B-B60A-3072473EC0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59711" y="2083352"/>
            <a:ext cx="3494845" cy="1987208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0D09A9E-9C72-472A-B1C7-56FD1F729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65" y="2562752"/>
            <a:ext cx="1557273" cy="216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3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F5F4B69-5C5F-4268-91DB-EAB567EF4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428" y="759250"/>
            <a:ext cx="7606400" cy="2773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E1679-D266-4E1B-AEFC-4893A3EDA37C}"/>
              </a:ext>
            </a:extLst>
          </p:cNvPr>
          <p:cNvSpPr txBox="1"/>
          <p:nvPr/>
        </p:nvSpPr>
        <p:spPr>
          <a:xfrm>
            <a:off x="2545340" y="3543494"/>
            <a:ext cx="6529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해당 사이트와 같이 중복 카테고리를 선택하여 </a:t>
            </a:r>
            <a:r>
              <a:rPr lang="en-US" altLang="ko-KR" sz="1100" dirty="0">
                <a:solidFill>
                  <a:srgbClr val="FF0000"/>
                </a:solidFill>
              </a:rPr>
              <a:t>sorting</a:t>
            </a:r>
            <a:r>
              <a:rPr lang="ko-KR" altLang="en-US" sz="1100" dirty="0">
                <a:solidFill>
                  <a:srgbClr val="FF0000"/>
                </a:solidFill>
              </a:rPr>
              <a:t>하는 기능은 </a:t>
            </a:r>
            <a:r>
              <a:rPr lang="en-US" altLang="ko-KR" sz="1100" dirty="0">
                <a:solidFill>
                  <a:srgbClr val="FF0000"/>
                </a:solidFill>
              </a:rPr>
              <a:t>cafe24 </a:t>
            </a:r>
            <a:r>
              <a:rPr lang="ko-KR" altLang="en-US" sz="1100" dirty="0">
                <a:solidFill>
                  <a:srgbClr val="FF0000"/>
                </a:solidFill>
              </a:rPr>
              <a:t>솔루션에서 개발이 어려워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ko-KR" altLang="en-US" sz="1100" dirty="0">
                <a:solidFill>
                  <a:srgbClr val="FF0000"/>
                </a:solidFill>
              </a:rPr>
              <a:t>서브 카테고리 내용 확인 후 방안을 제안 드리겠습니다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878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1CE72E-C312-4792-A2FD-5F1304678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5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</TotalTime>
  <Words>172</Words>
  <Application>Microsoft Office PowerPoint</Application>
  <PresentationFormat>와이드스크린</PresentationFormat>
  <Paragraphs>72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Montserrat Medium</vt:lpstr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Notsun</dc:creator>
  <cp:lastModifiedBy>USER</cp:lastModifiedBy>
  <cp:revision>89</cp:revision>
  <dcterms:created xsi:type="dcterms:W3CDTF">2020-02-05T08:40:39Z</dcterms:created>
  <dcterms:modified xsi:type="dcterms:W3CDTF">2021-04-16T04:11:54Z</dcterms:modified>
</cp:coreProperties>
</file>